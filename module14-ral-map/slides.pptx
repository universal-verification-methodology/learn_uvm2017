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tests often drown in raw hex addresses—RAL gives them names. A register block owns the base address; registers sit at offsets; fields are named bit slices inside each register. This module is map literacy—block, register, field, and how absolute addresses are computed. We will write a field in the browser lab, then read the same hierarchy in offline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block contains registers, register contains fields—you test at field granularity, not random bit masks. Absolute address equals block base plus register offset. Front-door access goes through the bus—adapter and driver, real cycles, good for integration. Back-door peek and poke uses an HDL path—no bus traffic, fast for debug and bring-up. The mirror holds the model’s predicted value; compare mirror to DUT after reads. Read-only fields block writes—that is access policy in the 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register model map lab. The starter loads uart reg block with CTRL at offset zero—front-door write ENABLE to one. Explore the tree: block, register, field. Try STATUS read-only and watch write blocked. Load DATA backdoor poke to see peek without bus cycles. Reset the map and pick another register. Work a few challenges, then Check. The lab is literacy; real UVM builds uvm reg classes from your IP spec.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RAL sketch—it lists block base, offsets, and front versus back door in plain language. Trace one write from reg model call through adapter to bus, versus a backdoor poke straight to RTL. If the legacy offline course is checked out, peek at uvm reg model headers in the UVM tree—you will see block, reg, and field class patterns. RAL connects register sequences to the same agent and bus you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hand-compute addresses when the map already defines them—use named registers. Do not poke backdoor and forget to update the mirror—or predict and DUT drift apart. Do not write read-only fields and expect success. Front-door needs a working adapter; back-door needs a valid HDL path. And remember: the browser lab is a sketch; your block class still needs build and lock model in real UVM.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front-door write CTRL then explain absolute address. On real UVM, sketch block, one register, and one field with base plus offset. When you are ready, take the short quiz, then continue to SVA timeline lite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RAL map</a:t>
            </a:r>
          </a:p>
          <a:p>
            <a:pPr algn="ctr">
              <a:lnSpc>
                <a:spcPts val="2200"/>
              </a:lnSpc>
              <a:spcBef>
                <a:spcPts val="1400"/>
              </a:spcBef>
            </a:pPr>
            <a:r>
              <a:rPr sz="2600" b="0">
                <a:solidFill>
                  <a:srgbClr val="333333"/>
                </a:solidFill>
                <a:latin typeface="Calibri"/>
              </a:rPr>
              <a:t>Register tests often drown in raw hex addresses, RAL gives them names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ral map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Block, register, field, and access paths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Think block contains registers</a:t>
            </a:r>
          </a:p>
          <a:p>
            <a:pPr lvl="0" marL="457200" indent="-228600">
              <a:buFont typeface="Calibri"/>
              <a:spcAft>
                <a:spcPts val="1000"/>
              </a:spcAft>
              <a:buSzPct val="100000"/>
              <a:buChar char="•"/>
              <a:lnSpc>
                <a:spcPts val="2200"/>
              </a:lnSpc>
            </a:pPr>
            <a:r>
              <a:rPr sz="2000" b="0">
                <a:solidFill>
                  <a:srgbClr val="333333"/>
                </a:solidFill>
                <a:latin typeface="Calibri"/>
              </a:rPr>
              <a:t>Absolute address equals block base plus register offset</a:t>
            </a:r>
          </a:p>
          <a:p>
            <a:pPr lvl="0" marL="457200" indent="-228600">
              <a:buFont typeface="Calibri"/>
              <a:spcAft>
                <a:spcPts val="1000"/>
              </a:spcAft>
              <a:buSzPct val="100000"/>
              <a:buChar char="•"/>
              <a:lnSpc>
                <a:spcPts val="2200"/>
              </a:lnSpc>
            </a:pPr>
            <a:r>
              <a:rPr sz="2000" b="0">
                <a:solidFill>
                  <a:srgbClr val="333333"/>
                </a:solidFill>
                <a:latin typeface="Calibri"/>
              </a:rPr>
              <a:t>Front-door access goes through the bus</a:t>
            </a:r>
          </a:p>
          <a:p>
            <a:pPr lvl="0" marL="457200" indent="-228600">
              <a:buFont typeface="Calibri"/>
              <a:spcAft>
                <a:spcPts val="1000"/>
              </a:spcAft>
              <a:buSzPct val="100000"/>
              <a:buChar char="•"/>
              <a:lnSpc>
                <a:spcPts val="2200"/>
              </a:lnSpc>
            </a:pPr>
            <a:r>
              <a:rPr sz="2000" b="0">
                <a:solidFill>
                  <a:srgbClr val="333333"/>
                </a:solidFill>
                <a:latin typeface="Calibri"/>
              </a:rPr>
              <a:t>Back-door peek and poke uses an HDL path, no bus traffic, fast for debug and bring-up</a:t>
            </a:r>
          </a:p>
          <a:p>
            <a:pPr lvl="0" marL="457200" indent="-228600">
              <a:buFont typeface="Calibri"/>
              <a:spcAft>
                <a:spcPts val="1000"/>
              </a:spcAft>
              <a:buSzPct val="100000"/>
              <a:buChar char="•"/>
              <a:lnSpc>
                <a:spcPts val="2200"/>
              </a:lnSpc>
            </a:pPr>
            <a:r>
              <a:rPr sz="2000" b="0">
                <a:solidFill>
                  <a:srgbClr val="333333"/>
                </a:solidFill>
                <a:latin typeface="Calibri"/>
              </a:rPr>
              <a:t>The mirror holds the model’s predicted value; compare mirror to DUT after reads</a:t>
            </a:r>
          </a:p>
          <a:p>
            <a:pPr lvl="0" marL="457200" indent="-228600">
              <a:buFont typeface="Calibri"/>
              <a:spcAft>
                <a:spcPts val="1000"/>
              </a:spcAft>
              <a:buSzPct val="100000"/>
              <a:buChar char="•"/>
              <a:lnSpc>
                <a:spcPts val="2200"/>
              </a:lnSpc>
            </a:pPr>
            <a:r>
              <a:rPr sz="2000" b="0">
                <a:solidFill>
                  <a:srgbClr val="333333"/>
                </a:solidFill>
                <a:latin typeface="Calibri"/>
              </a:rPr>
              <a:t>Read-only fields block writes, that is access policy in the map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ral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RAL map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ral map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316081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RAL map sketch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ral map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hand-compute addresses when the map already defines them, use named registers</a:t>
            </a:r>
          </a:p>
          <a:p>
            <a:pPr lvl="0" marL="457200" indent="-228600">
              <a:buFont typeface="Calibri"/>
              <a:spcAft>
                <a:spcPts val="1000"/>
              </a:spcAft>
              <a:buSzPct val="100000"/>
              <a:buChar char="•"/>
              <a:lnSpc>
                <a:spcPts val="2200"/>
              </a:lnSpc>
            </a:pPr>
            <a:r>
              <a:rPr sz="2000" b="0">
                <a:solidFill>
                  <a:srgbClr val="333333"/>
                </a:solidFill>
                <a:latin typeface="Calibri"/>
              </a:rPr>
              <a:t>Do not poke backdoor and forget to update the mirror, or predict and DUT drift apart</a:t>
            </a:r>
          </a:p>
          <a:p>
            <a:pPr lvl="0" marL="457200" indent="-228600">
              <a:buFont typeface="Calibri"/>
              <a:spcAft>
                <a:spcPts val="1000"/>
              </a:spcAft>
              <a:buSzPct val="100000"/>
              <a:buChar char="•"/>
              <a:lnSpc>
                <a:spcPts val="2200"/>
              </a:lnSpc>
            </a:pPr>
            <a:r>
              <a:rPr sz="2000" b="0">
                <a:solidFill>
                  <a:srgbClr val="333333"/>
                </a:solidFill>
                <a:latin typeface="Calibri"/>
              </a:rPr>
              <a:t>Do not write read-only fields and expect success</a:t>
            </a:r>
          </a:p>
          <a:p>
            <a:pPr lvl="0" marL="457200" indent="-228600">
              <a:buFont typeface="Calibri"/>
              <a:spcAft>
                <a:spcPts val="1000"/>
              </a:spcAft>
              <a:buSzPct val="100000"/>
              <a:buChar char="•"/>
              <a:lnSpc>
                <a:spcPts val="2200"/>
              </a:lnSpc>
            </a:pPr>
            <a:r>
              <a:rPr sz="2000" b="0">
                <a:solidFill>
                  <a:srgbClr val="333333"/>
                </a:solidFill>
                <a:latin typeface="Calibri"/>
              </a:rPr>
              <a:t>Front-door needs a working adapter; back-door needs a valid HDL path</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ral map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front-door write CTRL then explain absolute address</a:t>
            </a:r>
          </a:p>
          <a:p>
            <a:pPr lvl="0" marL="457200" indent="-228600">
              <a:buFont typeface="Calibri"/>
              <a:spcAft>
                <a:spcPts val="1000"/>
              </a:spcAft>
              <a:buSzPct val="100000"/>
              <a:buChar char="•"/>
              <a:lnSpc>
                <a:spcPts val="2200"/>
              </a:lnSpc>
            </a:pPr>
            <a:r>
              <a:rPr sz="2000" b="0">
                <a:solidFill>
                  <a:srgbClr val="333333"/>
                </a:solidFill>
                <a:latin typeface="Calibri"/>
              </a:rPr>
              <a:t>On real UVM, sketch block, one register, and one field with base plus offset</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ral map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
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Assertions check protocol rules on the timeline—not just at end of test. SystemVerilog assertions use properties over clock cycles; implication says when antecedent a is true, consequent b must follow. This module is lite literacy—overlap versus next cycle, pass, fail, and vacuous. We will read waves in the browser lab, then anchor the same syntax in offline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 arrow overlap means when a is true, check b in the same cycle. Double pipe arrow non-overlap means when a is true, check b on the next cycle. An attempt starts when the antecedent fires—a high on that clock edge. Pass means the consequent matched; fail means a fired but b did not. Vacuous success means a never went high—no failing attempt, but also nothing was really checked. Real SVA wraps this in a property and assert property on posedge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SVA implication timeline lab. The starter shows a pipe arrow b overlapping pass—at cycle two both a and b are high. Hit Evaluate for pass. Load fail preset to see a high but b low same cycle. Try non-overlap pass and fail presets for next-cycle checking. Load vacuous to see a never high. Step the cursor and watch status change. Work a few challenges, then Check. The lab is not a full assertion engine—it teaches the timeline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UVM track, open this module’s implication sketch—it shows property and assert property syntax in plain language. Trace one overlap rule on paper: mark cycles where a and b must align. Assertions live in RTL or bind modules—they run in parallel with your UVM test, catching bugs closer to the signal. UVM still needs scoreboards for transaction-level checks; SVA catches cycle-level protocol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overlap and next-cycle operators—they check different cycles. Do not treat vacuous pass as strong coverage—if a never fires, the rule never exercised. Do not write assertions without clocking—posedge clk is the usual sampling event. And remember: the browser wave is eight cycles; real designs need complete properties with disable iff and covers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load overlap fail and explain the verdict. On paper, sketch a pipe arrow b pass and a double-pipe b pass on the same wave. When you are ready, take the short quiz, then continue to multi-agent env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SVA timeline lite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Assertions check protocol rules on the timeline, not just at end of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 — sva 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Overlap, next cycle, and vacuous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Pipe arrow overlap means when a is true, check b in the same cycle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 pipe arrow non-overlap means when a is true, check b on the next cycle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 attempt starts when the antecedent fires, a high on that clock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Pass means the consequent matched; fail means a fired but b did not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Vacuous success means a never went high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SVA wraps this in a property and assert property on posedge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 — sva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SVA timeline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 — sva timeline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UVM literacy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71833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SVA implication sketch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 — sva 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overlap and next-cycle operators, they check different cycles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vacuous pass as strong coverage, if a never fires, the rule never exercised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write assertions without clocking, posedge clk is the usual sampling event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 — sva timeline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overlap fail and explain the verdict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sketch a pipe arrow b pass and a double-pipe b pass on the same wave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 — sva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